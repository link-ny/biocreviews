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88952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BiocReviews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FD7ED"/>
                </a:solidFill>
              </a:rPr>
              <a:t>AI-Assisted Bioconductor Package Review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965960"/>
            <a:ext cx="8531352" cy="7315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600" b="1">
                <a:solidFill>
                  <a:srgbClr val="1E5C96"/>
                </a:solidFill>
              </a:rPr>
              <a:t>What is it?</a:t>
            </a:r>
          </a:p>
          <a:p>
            <a:pPr algn="l">
              <a:lnSpc>
                <a:spcPts val="2200"/>
              </a:lnSpc>
            </a:pPr>
            <a:r>
              <a:rPr sz="1600" b="0">
                <a:solidFill>
                  <a:srgbClr val="333333"/>
                </a:solidFill>
              </a:rPr>
              <a:t>A GitHub-hosted automation platform that reviews Bioconductor package submissions using</a:t>
            </a:r>
          </a:p>
          <a:p>
            <a:pPr algn="l">
              <a:lnSpc>
                <a:spcPts val="2200"/>
              </a:lnSpc>
            </a:pPr>
            <a:r>
              <a:rPr sz="1600" b="0">
                <a:solidFill>
                  <a:srgbClr val="333333"/>
                </a:solidFill>
              </a:rPr>
              <a:t>rule-based static analysis followed by LLM-powered enhancement.</a:t>
            </a:r>
          </a:p>
          <a:p>
            <a:pPr algn="l">
              <a:lnSpc>
                <a:spcPts val="2200"/>
              </a:lnSpc>
            </a:pPr>
            <a:r>
              <a:rPr sz="1600" b="0">
                <a:solidFill>
                  <a:srgbClr val="333333"/>
                </a:solidFill>
              </a:rPr>
              <a:t/>
            </a:r>
          </a:p>
          <a:p>
            <a:pPr algn="l">
              <a:lnSpc>
                <a:spcPts val="2200"/>
              </a:lnSpc>
            </a:pPr>
            <a:r>
              <a:rPr sz="1600" b="1">
                <a:solidFill>
                  <a:srgbClr val="1E5C96"/>
                </a:solidFill>
              </a:rPr>
              <a:t>Key Goals</a:t>
            </a:r>
          </a:p>
          <a:p>
            <a:pPr algn="l">
              <a:lnSpc>
                <a:spcPts val="2200"/>
              </a:lnSpc>
            </a:pPr>
            <a:r>
              <a:rPr sz="1600" b="0">
                <a:solidFill>
                  <a:srgbClr val="333333"/>
                </a:solidFill>
              </a:rPr>
              <a:t>  • Accelerate the review process for Bioconductor package submissions</a:t>
            </a:r>
          </a:p>
          <a:p>
            <a:pPr algn="l">
              <a:lnSpc>
                <a:spcPts val="2200"/>
              </a:lnSpc>
            </a:pPr>
            <a:r>
              <a:rPr sz="1600" b="0">
                <a:solidFill>
                  <a:srgbClr val="333333"/>
                </a:solidFill>
              </a:rPr>
              <a:t>  • Provide consistent, structured feedback following Bioconductor standards</a:t>
            </a:r>
          </a:p>
          <a:p>
            <a:pPr algn="l">
              <a:lnSpc>
                <a:spcPts val="2200"/>
              </a:lnSpc>
            </a:pPr>
            <a:r>
              <a:rPr sz="1600" b="0">
                <a:solidFill>
                  <a:srgbClr val="333333"/>
                </a:solidFill>
              </a:rPr>
              <a:t>  • Augment (not replace) human reviewers with AI insights</a:t>
            </a:r>
          </a:p>
          <a:p>
            <a:pPr algn="l">
              <a:lnSpc>
                <a:spcPts val="2200"/>
              </a:lnSpc>
            </a:pPr>
            <a:r>
              <a:rPr sz="1600" b="0">
                <a:solidFill>
                  <a:srgbClr val="333333"/>
                </a:solidFill>
              </a:rPr>
              <a:t>  • Support multiple trigger methods: labels, comments, manual dispatch, and local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E8B57"/>
                </a:solidFill>
              </a:rPr>
              <a:t>https://github.com/LiNk-NY/BiocReviews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E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Two-Stage AI Review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6172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03520" cy="411480"/>
          </a:xfrm>
          <a:prstGeom prst="rect">
            <a:avLst/>
          </a:prstGeom>
          <a:solidFill>
            <a:srgbClr val="1E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241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Stage 1 — Static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>
                <a:solidFill>
                  <a:srgbClr val="1E5C96"/>
                </a:solidFill>
              </a:rPr>
              <a:t>Script: generate_review.R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200" b="1">
                <a:solidFill>
                  <a:srgbClr val="333333"/>
                </a:solidFill>
              </a:rPr>
              <a:t>Inputs: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>  • R CMD check output (check_results.txt)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>  • BiocCheck results (bioccheck_results.txt)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>  • Test coverage data (coverage.json)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200" b="1">
                <a:solidFill>
                  <a:srgbClr val="333333"/>
                </a:solidFill>
              </a:rPr>
              <a:t>Process: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>  • Rule-based pattern matching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>  • Structured issue categorisation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>  • Section-by-section markdown output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200" b="1">
                <a:solidFill>
                  <a:srgbClr val="333333"/>
                </a:solidFill>
              </a:rPr>
              <a:t>Output: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2E8B57"/>
                </a:solidFill>
              </a:rPr>
              <a:t>  • automated_review.md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>  • No external API required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9260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E5C96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00584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1005840"/>
            <a:ext cx="5303520" cy="41148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02412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Stage 2 — LLM Enhancement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508760"/>
            <a:ext cx="50292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>
                <a:solidFill>
                  <a:srgbClr val="E87C1E"/>
                </a:solidFill>
              </a:rPr>
              <a:t>Script: enhance_review_with_llm.R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200" b="1">
                <a:solidFill>
                  <a:srgbClr val="333333"/>
                </a:solidFill>
              </a:rPr>
              <a:t>Inputs: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>  • automated_review.md (from Stage 1)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>  • Raw build artifacts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>  • Package source: DESCRIPTION, NAMESPACE, R/*.R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>  • Bioconductor review guidelines (LLM prompt)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200" b="1">
                <a:solidFill>
                  <a:srgbClr val="333333"/>
                </a:solidFill>
              </a:rPr>
              <a:t>Models supported: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>  • Gemini (default: gemini-3.1-pro-preview)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>  • OpenAI (gpt-4o via GitHub Models API)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/>
            </a:r>
          </a:p>
          <a:p>
            <a:pPr algn="l">
              <a:lnSpc>
                <a:spcPts val="1800"/>
              </a:lnSpc>
            </a:pPr>
            <a:r>
              <a:rPr sz="1200" b="1">
                <a:solidFill>
                  <a:srgbClr val="333333"/>
                </a:solidFill>
              </a:rPr>
              <a:t>Output: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2E8B57"/>
                </a:solidFill>
              </a:rPr>
              <a:t>  • automated_review_llm.md</a:t>
            </a:r>
          </a:p>
          <a:p>
            <a:pPr algn="l">
              <a:lnSpc>
                <a:spcPts val="1800"/>
              </a:lnSpc>
            </a:pPr>
            <a:r>
              <a:rPr sz="1200" b="0">
                <a:solidFill>
                  <a:srgbClr val="333333"/>
                </a:solidFill>
              </a:rPr>
              <a:t>  • Posted as issue comment on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49224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E8B57"/>
                </a:solidFill>
              </a:rPr>
              <a:t>Workflow: https://github.com/LiNk-NY/BiocReviews/blob/main/.github/workflows/auto-review.yml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E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Automated Review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6172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1874519" cy="6217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📋 Issue Opened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(submission URL in body)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1704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</a:rPr>
              <a:t>OR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40" y="960120"/>
            <a:ext cx="1874519" cy="6217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960120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💬 @biocreview comment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(with optional Remotes:)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117043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</a:rPr>
              <a:t>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960120"/>
            <a:ext cx="1874519" cy="6217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960120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🏷️ 'AI review' label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added by collaborator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664208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5C96"/>
                </a:solidFill>
              </a:rPr>
              <a:t>▼  Trigger: build-check.yml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057400"/>
            <a:ext cx="1874519" cy="621792"/>
          </a:xfrm>
          <a:prstGeom prst="rect">
            <a:avLst/>
          </a:prstGeom>
          <a:solidFill>
            <a:srgbClr val="1E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057400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📦 Checkout Package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target repo @ ref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43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5C96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063240"/>
            <a:ext cx="1874519" cy="621792"/>
          </a:xfrm>
          <a:prstGeom prst="rect">
            <a:avLst/>
          </a:prstGeom>
          <a:solidFill>
            <a:srgbClr val="1E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063240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🔧 Install Dependencies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BiocCheck, rcmdcheck, covr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490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5C96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069080"/>
            <a:ext cx="1874519" cy="621792"/>
          </a:xfrm>
          <a:prstGeom prst="rect">
            <a:avLst/>
          </a:prstGeom>
          <a:solidFill>
            <a:srgbClr val="1E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069080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🔍 R CMD check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check_results.txt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754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5C96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074920"/>
            <a:ext cx="1874519" cy="621792"/>
          </a:xfrm>
          <a:prstGeom prst="rect">
            <a:avLst/>
          </a:prstGeom>
          <a:solidFill>
            <a:srgbClr val="1E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5074920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🧪 BiocCheck + Coverage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bioccheck_results.txt / coverage.json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760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5C96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6080760"/>
            <a:ext cx="1874519" cy="621792"/>
          </a:xfrm>
          <a:prstGeom prst="rect">
            <a:avLst/>
          </a:prstGeom>
          <a:solidFill>
            <a:srgbClr val="1E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080760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📤 Upload Artifacts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build-check-results + metadata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260604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7C1E"/>
                </a:solidFill>
              </a:rPr>
              <a:t>auto-review.yml triggered
(workflow_run on success)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E87C1E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2057400"/>
            <a:ext cx="1874519" cy="621792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2057400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📥 Download Artifacts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build-check-results + metadata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0" y="2743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7C1E"/>
                </a:solidFill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3063240"/>
            <a:ext cx="1874519" cy="621792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0" y="3063240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📝 Stage 1: Static Review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generate_review.R → automated_review.md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3749039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7C1E"/>
                </a:solidFill>
              </a:rPr>
              <a:t>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37760" y="4069080"/>
            <a:ext cx="1874519" cy="621792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4069080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🤖 Stage 2: LLM Review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enhance_review_with_llm.R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754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7C1E"/>
                </a:solidFill>
              </a:rPr>
              <a:t>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37760" y="5074920"/>
            <a:ext cx="1874519" cy="621792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37760" y="5074920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💬 Post to Issue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automated_review_llm.md as comment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52160" y="57607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87C1E"/>
                </a:solidFill>
              </a:rPr>
              <a:t>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6080760"/>
            <a:ext cx="1874519" cy="62179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0" y="6080760"/>
            <a:ext cx="187451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✅ Review Complete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Human reviewer follows up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0" y="2011680"/>
            <a:ext cx="45720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06640" y="20574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C96"/>
                </a:solidFill>
              </a:rPr>
              <a:t>Workflow Files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06640" y="246888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>
                <a:solidFill>
                  <a:srgbClr val="1E5C96"/>
                </a:solidFill>
              </a:rPr>
              <a:t>build-check.yml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333333"/>
                </a:solidFill>
              </a:rPr>
              <a:t>Triggered by 'AI review' label or @biocreview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333333"/>
                </a:solidFill>
              </a:rPr>
              <a:t>comment. Runs R CMD check, BiocCheck,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333333"/>
                </a:solidFill>
              </a:rPr>
              <a:t>and test coverage. Uploads artifacts.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333333"/>
                </a:solidFill>
              </a:rPr>
              <a:t/>
            </a:r>
          </a:p>
          <a:p>
            <a:pPr algn="l">
              <a:lnSpc>
                <a:spcPts val="1500"/>
              </a:lnSpc>
            </a:pPr>
            <a:r>
              <a:rPr sz="1000" b="1">
                <a:solidFill>
                  <a:srgbClr val="E87C1E"/>
                </a:solidFill>
              </a:rPr>
              <a:t>auto-review.yml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333333"/>
                </a:solidFill>
              </a:rPr>
              <a:t>Triggered automatically after build-check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333333"/>
                </a:solidFill>
              </a:rPr>
              <a:t>succeeds, or via manual workflow_dispatch.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333333"/>
                </a:solidFill>
              </a:rPr>
              <a:t>Runs two-stage AI review and posts to issue.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333333"/>
                </a:solidFill>
              </a:rPr>
              <a:t/>
            </a:r>
          </a:p>
          <a:p>
            <a:pPr algn="l">
              <a:lnSpc>
                <a:spcPts val="1500"/>
              </a:lnSpc>
            </a:pPr>
            <a:r>
              <a:rPr sz="1000" b="1">
                <a:solidFill>
                  <a:srgbClr val="333333"/>
                </a:solidFill>
              </a:rPr>
              <a:t>generate_review.R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333333"/>
                </a:solidFill>
              </a:rPr>
              <a:t>Core rule-based static analysis script.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333333"/>
                </a:solidFill>
              </a:rPr>
              <a:t/>
            </a:r>
          </a:p>
          <a:p>
            <a:pPr algn="l">
              <a:lnSpc>
                <a:spcPts val="1500"/>
              </a:lnSpc>
            </a:pPr>
            <a:r>
              <a:rPr sz="1000" b="1">
                <a:solidFill>
                  <a:srgbClr val="333333"/>
                </a:solidFill>
              </a:rPr>
              <a:t>enhance_review_with_llm.R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333333"/>
                </a:solidFill>
              </a:rPr>
              <a:t>LLM enhancement using GitHub Models</a:t>
            </a:r>
          </a:p>
          <a:p>
            <a:pPr algn="l">
              <a:lnSpc>
                <a:spcPts val="1500"/>
              </a:lnSpc>
            </a:pPr>
            <a:r>
              <a:rPr sz="1000" b="0">
                <a:solidFill>
                  <a:srgbClr val="333333"/>
                </a:solidFill>
              </a:rPr>
              <a:t>(Gemini / GPT-4o) with 120k char context.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510528"/>
            <a:ext cx="116403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2E8B57"/>
                </a:solidFill>
              </a:rPr>
              <a:t>https://github.com/LiNk-NY/BiocReviews/blob/main/.github/workflows/build-check.yml  |  https://github.com/LiNk-NY/BiocReviews/blob/main/.github/workflows/auto-review.yml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E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Four Ways to Trigger a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6172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256032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822960"/>
            <a:ext cx="2560320" cy="320040"/>
          </a:xfrm>
          <a:prstGeom prst="rect">
            <a:avLst/>
          </a:prstGeom>
          <a:solidFill>
            <a:srgbClr val="1E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841248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59" y="118872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C96"/>
                </a:solidFill>
              </a:rPr>
              <a:t>Initial 'AI review' Label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59" y="1645920"/>
            <a:ext cx="24688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A repository collaborator adds the 'AI review' label to a
package submission issue. Automatically launches the full
build-check + AI review pipeline.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79" y="822960"/>
            <a:ext cx="256032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79" y="822960"/>
            <a:ext cx="2560320" cy="3200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399" y="841248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399" y="118872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</a:rPr>
              <a:t>@biocreview Comment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399" y="1645920"/>
            <a:ext cx="24688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Post '@biocreview' (optionally with 'Remotes: owner/pkg')
on an existing issue to rerun the full pipeline. Useful for
co-dependent packages not yet on CRAN/Bioconductor.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19" y="822960"/>
            <a:ext cx="256032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19" y="822960"/>
            <a:ext cx="2560320" cy="32004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39" y="841248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39" y="118872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87C1E"/>
                </a:solidFill>
              </a:rPr>
              <a:t>Manual workflow_dispatch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39" y="1645920"/>
            <a:ext cx="24688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Trigger auto-review.yml manually from the GitHub Actions tab.
Supply owner/repo and optional issue number. Generates review
without re-running build/check — useful after code changes.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23959" y="822960"/>
            <a:ext cx="256032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23959" y="822960"/>
            <a:ext cx="2560320" cy="32004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841248"/>
            <a:ext cx="24688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1188720"/>
            <a:ext cx="2468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030A0"/>
                </a:solidFill>
              </a:rPr>
              <a:t>Local / CLI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1645920"/>
            <a:ext cx="246887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</a:rPr>
              <a:t>Use scripts/generate_local_review.sh to run checks locally
and produce automated_review.md. Optionally add LLM enhancement
via enhance_review_with_github_models.sh.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760720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5C96"/>
                </a:solidFill>
              </a:rPr>
              <a:t>Issue template: .github/ISSUE_TEMPLATE/issue_template.md  |  Required field: 'Repository: https://github.com/owner/repo'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17220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E8B57"/>
                </a:solidFill>
              </a:rPr>
              <a:t>https://github.com/LiNk-NY/BiocReviews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1E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Components &amp; Repository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85800"/>
            <a:ext cx="12188952" cy="6172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822960"/>
            <a:ext cx="5303520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868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C96"/>
                </a:solidFill>
              </a:rPr>
              <a:t>Repository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51206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 b="1">
                <a:solidFill>
                  <a:srgbClr val="333333"/>
                </a:solidFill>
              </a:rPr>
              <a:t>BiocReviews/</a:t>
            </a: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</a:rPr>
              <a:t>  ├── generate_review.R              # Stage-1 static analysis</a:t>
            </a: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</a:rPr>
              <a:t>  ├── buildcheck.sh                  # Legacy local helper</a:t>
            </a: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</a:rPr>
              <a:t>  ├── clonevim.sh                    # Clone + open for review</a:t>
            </a:r>
          </a:p>
          <a:p>
            <a:pPr algn="l">
              <a:lnSpc>
                <a:spcPts val="1600"/>
              </a:lnSpc>
            </a:pPr>
            <a:r>
              <a:rPr sz="1000" b="1">
                <a:solidFill>
                  <a:srgbClr val="333333"/>
                </a:solidFill>
              </a:rPr>
              <a:t>  ├── scripts/</a:t>
            </a: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</a:rPr>
              <a:t>  │   ├── generate_local_review.sh   # Full local wrapper</a:t>
            </a: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</a:rPr>
              <a:t>  │   ├── enhance_review_with_llm.R  # Stage-2 LLM CLI</a:t>
            </a: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</a:rPr>
              <a:t>  │   └── enhance_review_with_github_models.sh</a:t>
            </a:r>
          </a:p>
          <a:p>
            <a:pPr algn="l">
              <a:lnSpc>
                <a:spcPts val="1600"/>
              </a:lnSpc>
            </a:pPr>
            <a:r>
              <a:rPr sz="1000" b="1">
                <a:solidFill>
                  <a:srgbClr val="333333"/>
                </a:solidFill>
              </a:rPr>
              <a:t>  ├── .github/</a:t>
            </a: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</a:rPr>
              <a:t>  │   ├── workflows/</a:t>
            </a: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1E5C96"/>
                </a:solidFill>
              </a:rPr>
              <a:t>  │   │   ├── build-check.yml        # CI pipeline</a:t>
            </a: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E87C1E"/>
                </a:solidFill>
              </a:rPr>
              <a:t>  │   │   └── auto-review.yml        # AI review</a:t>
            </a: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</a:rPr>
              <a:t>  │   ├── ISSUE_TEMPLATE/</a:t>
            </a: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</a:rPr>
              <a:t>  │   │   └── issue_template.md</a:t>
            </a: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</a:rPr>
              <a:t>  │   └── bioc-review-guidelines.instructions.md</a:t>
            </a: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</a:rPr>
              <a:t>  ├── packages/                      # Human reviews (.txt)</a:t>
            </a: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</a:rPr>
              <a:t>  ├── responses/                     # Author responses</a:t>
            </a: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</a:rPr>
              <a:t>  └── docs/</a:t>
            </a:r>
          </a:p>
          <a:p>
            <a:pPr algn="l">
              <a:lnSpc>
                <a:spcPts val="1600"/>
              </a:lnSpc>
            </a:pPr>
            <a:r>
              <a:rPr sz="1000" b="0">
                <a:solidFill>
                  <a:srgbClr val="333333"/>
                </a:solidFill>
              </a:rPr>
              <a:t>      └── MODELS_TOKEN_SETUP.md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822960"/>
            <a:ext cx="6035040" cy="5760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0" y="86868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5C96"/>
                </a:solidFill>
              </a:rPr>
              <a:t>Key Components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280160"/>
            <a:ext cx="6035040" cy="91440"/>
          </a:xfrm>
          <a:prstGeom prst="rect">
            <a:avLst/>
          </a:prstGeom>
          <a:solidFill>
            <a:srgbClr val="1E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32588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5C96"/>
                </a:solidFill>
              </a:rPr>
              <a:t>generate_review.R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572768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Rule-based static analyser. Parses R CMD check / BiocCheck output
and test coverage data into a structured markdown review.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2377439"/>
            <a:ext cx="6035040" cy="9144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423159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7C1E"/>
                </a:solidFill>
              </a:rPr>
              <a:t>enhance_review_with_llm.R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70047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Sends static review + source code context (DESCRIPTION, NAMESPACE,
R/*.R up to 100 k chars) to Gemini or GPT-4o. Returns polished 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474720"/>
            <a:ext cx="6035040" cy="91440"/>
          </a:xfrm>
          <a:prstGeom prst="rect">
            <a:avLst/>
          </a:prstGeom>
          <a:solidFill>
            <a:srgbClr val="1E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0" y="3520439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5C96"/>
                </a:solidFill>
              </a:rPr>
              <a:t>build-check.yml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767328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GitHub Actions CI pipeline: install deps → R CMD check →
BiocCheck → test coverage → upload artifacts + post summary.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4572000"/>
            <a:ext cx="6035040" cy="91440"/>
          </a:xfrm>
          <a:prstGeom prst="rect">
            <a:avLst/>
          </a:prstGeom>
          <a:solidFill>
            <a:srgbClr val="E87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461772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7C1E"/>
                </a:solidFill>
              </a:rPr>
              <a:t>auto-review.yml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864608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AI review workflow: downloads artifacts, runs Stage 1 + Stage 2,
uploads review artifact, posts LLM review as issue comment.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5669280"/>
            <a:ext cx="6035040" cy="914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0" y="5715000"/>
            <a:ext cx="5852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8B57"/>
                </a:solidFill>
              </a:rPr>
              <a:t>bioc-review-guidelines.instructions.md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961888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</a:rPr>
              <a:t>Bioconductor review standards fed to the LLM prompt.
Edit to add/change rules the AI must follow.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510528"/>
            <a:ext cx="11640312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2E8B57"/>
                </a:solidFill>
              </a:rPr>
              <a:t>https://github.com/LiNk-NY/BiocReviews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Summary &amp;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22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FD7ED"/>
                </a:solidFill>
              </a:rPr>
              <a:t>BiocReviews — AI-Assisted Bioconductor Package 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325880"/>
            <a:ext cx="9445752" cy="7315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36015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00"/>
              </a:lnSpc>
            </a:pPr>
            <a:r>
              <a:rPr sz="1300" b="1">
                <a:solidFill>
                  <a:srgbClr val="1E5C96"/>
                </a:solidFill>
              </a:rPr>
              <a:t>What BiocReviews Does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333333"/>
                </a:solidFill>
              </a:rPr>
              <a:t>  • Automates quality checks: R CMD check, BiocCheck, test coverage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333333"/>
                </a:solidFill>
              </a:rPr>
              <a:t>  • Generates rule-based structured review (Stage 1)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333333"/>
                </a:solidFill>
              </a:rPr>
              <a:t>  • Enhances review with LLM insights using package source code (Stage 2)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333333"/>
                </a:solidFill>
              </a:rPr>
              <a:t>  • Posts complete AI review as GitHub issue comment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333333"/>
                </a:solidFill>
              </a:rPr>
              <a:t>  • Supports 4 trigger modes: label, comment, manual dispatch, local CLI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333333"/>
                </a:solidFill>
              </a:rPr>
              <a:t/>
            </a:r>
          </a:p>
          <a:p>
            <a:pPr algn="l">
              <a:lnSpc>
                <a:spcPts val="2000"/>
              </a:lnSpc>
            </a:pPr>
            <a:r>
              <a:rPr sz="1300" b="1">
                <a:solidFill>
                  <a:srgbClr val="1E5C96"/>
                </a:solidFill>
              </a:rPr>
              <a:t>Repository &amp; Workflow Links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333333"/>
                </a:solidFill>
              </a:rPr>
              <a:t>  🔗 Repository:        https://github.com/LiNk-NY/BiocReviews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333333"/>
                </a:solidFill>
              </a:rPr>
              <a:t>  🔗 Build &amp; Check CI:  https://github.com/LiNk-NY/BiocReviews/blob/main/.github/workflows/build-check.yml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333333"/>
                </a:solidFill>
              </a:rPr>
              <a:t>  🔗 AI Review:         https://github.com/LiNk-NY/BiocReviews/blob/main/.github/workflows/auto-review.yml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333333"/>
                </a:solidFill>
              </a:rPr>
              <a:t>  �� Review Script:     https://github.com/LiNk-NY/BiocReviews/blob/main/generate_review.R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333333"/>
                </a:solidFill>
              </a:rPr>
              <a:t>  🔗 LLM Script:        https://github.com/LiNk-NY/BiocReviews/blob/main/scripts/enhance_review_with_llm.R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333333"/>
                </a:solidFill>
              </a:rPr>
              <a:t>  🔗 Review Guidelines: https://github.com/LiNk-NY/BiocReviews/blob/main/.github/bioc-review-guidelines.instructions.md</a:t>
            </a:r>
          </a:p>
          <a:p>
            <a:pPr algn="l">
              <a:lnSpc>
                <a:spcPts val="2000"/>
              </a:lnSpc>
            </a:pPr>
            <a:r>
              <a:rPr sz="1300" b="0">
                <a:solidFill>
                  <a:srgbClr val="333333"/>
                </a:solidFill>
              </a:rPr>
              <a:t>  🔗 Token Setup Docs:  https://github.com/LiNk-NY/BiocReviews/blob/main/docs/MODELS_TOKEN_SETUP.md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